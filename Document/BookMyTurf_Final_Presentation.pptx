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78" y="-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0" y="274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4AF37"/>
                </a:solidFill>
              </a:defRPr>
            </a:pPr>
            <a:r>
              <a:t>KNOWIT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BookMyTurf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Online Turf Booking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Submitted By: Akshata Umesh Shet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Group No: 15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Guided By: SNEHAL SOMVANSHI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rPr dirty="0"/>
              <a:t>KNOWIT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BookMyTurf digitizes the turf booking process, replacing manual systems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Addresses challenges like double bookings, poor scheduling, and maintenance delays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Provides online platform for checking availability, booking slots, and payments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Connects three user types: Customers, Turf Owners, and Administrators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Built with React frontend, Spring Boot backend, and MySQL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KNOWIT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Users and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User Types: Customers (Players), Turf Owners, and Administrators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Search available turfs by location and amenities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Real-time slot availability checking with calendar view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Online booking and secure payment processing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Booking management, cancellation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Rating and review system for quality assurance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KNOWIT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Project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2625213" cy="3208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KNOWIT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My role and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Full-Stack Development: Developed frontend (7 pages, 4 components) and backend (50+ REST APIs)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Database Design: Created normalized schema with 13 tables ensuring data integrity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Authentication System: Implemented secure user authentication with BCrypt encryption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API Development: Built comprehensive RESTful endpoints for all business operations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Testing: Conducted unit, integration, and end-to-end testing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Documentation: Created technical documentation and setup guides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KNOWIT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Project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Agile methodology with iterative development cycles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Requirements analysis and detailed planning phase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Database-first design approach for data integrity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Component-based architecture for reusability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Tools: Eclipse IDE,</a:t>
            </a:r>
            <a:r>
              <a:rPr lang="en-IN" dirty="0"/>
              <a:t> VS </a:t>
            </a:r>
            <a:r>
              <a:rPr dirty="0"/>
              <a:t>Code,</a:t>
            </a:r>
            <a:r>
              <a:rPr lang="en-US" dirty="0"/>
              <a:t> Visual Studio Code,</a:t>
            </a:r>
            <a:r>
              <a:rPr dirty="0"/>
              <a:t> MySQL Workbench, Postman, Git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rPr dirty="0"/>
              <a:t>Continuous integration and testing throughout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KNOWIT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Testing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Unit Testing: Tested individual components and service methods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Integration Testing: Verified API endpoints using Postman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Database Testing: Validated CRUD operations and constraints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Frontend Testing: UI components tested across browsers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End-to-End Testing: Complete user workflows validated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Security Testing: Password encryption and data transmission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KNOWIT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Future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Mobile applications for iOS and Android platforms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Real-time chat between customers and turf owners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Google Maps integration for location-based search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Dynamic pricing based on demand and peak hours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Loyalty programs and membership plans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AI-powered recommendations and multi-language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KNOWIT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748"/>
                </a:solidFill>
              </a:defRPr>
            </a:pPr>
            <a:r>
              <a:t>Your experience/ lessons learnt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Gained hands-on experience with Spring Boot, React, and MySQL integration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Overcame challenges in state management and API integration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Learned importance of clean code and proper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Mastered database normalization and data integrity concepts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Developed responsive design and intuitive UI skills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Implemented security best practices for authentication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421</Words>
  <Application>Microsoft Office PowerPoint</Application>
  <PresentationFormat>On-screen Show (16:9)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2026-02-02T06:42:24Z</dcterms:modified>
  <cp:category/>
</cp:coreProperties>
</file>